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9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1364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377440"/>
            <a:ext cx="2560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2834640"/>
            <a:ext cx="2560320" cy="228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3200400"/>
            <a:ext cx="2560320" cy="137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0" y="914400"/>
            <a:ext cx="109728" cy="10972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86600" y="914400"/>
            <a:ext cx="109728" cy="10972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0" y="914400"/>
            <a:ext cx="109728" cy="10972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914400"/>
            <a:ext cx="109728" cy="10972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0" y="914400"/>
            <a:ext cx="109728" cy="10972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66760" y="914400"/>
            <a:ext cx="109728" cy="109728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9144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NETLYZER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457200" y="19659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Protocol Analyzer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2542032"/>
            <a:ext cx="32004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700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</a:t>
            </a:r>
            <a:r>
              <a:rPr lang="en-US" sz="1300" b="1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Junaid</a:t>
            </a:r>
            <a:r>
              <a:rPr lang="en-US" sz="1300" b="1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Akhtar - 63877</a:t>
            </a:r>
            <a:endParaRPr lang="en-US" sz="1300" b="1" dirty="0"/>
          </a:p>
        </p:txBody>
      </p:sp>
      <p:sp>
        <p:nvSpPr>
          <p:cNvPr id="17" name="Text 15"/>
          <p:cNvSpPr/>
          <p:nvPr/>
        </p:nvSpPr>
        <p:spPr>
          <a:xfrm>
            <a:off x="457200" y="3063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  •  Scapy  •  CLI-Based  •  v1.0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1828800" cy="347472"/>
          </a:xfrm>
          <a:prstGeom prst="roundRect">
            <a:avLst>
              <a:gd name="adj" fmla="val 47368"/>
            </a:avLst>
          </a:prstGeom>
          <a:solidFill>
            <a:srgbClr val="0891B2">
              <a:alpha val="30000"/>
            </a:srgbClr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14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Capture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68880" y="4114800"/>
            <a:ext cx="1828800" cy="347472"/>
          </a:xfrm>
          <a:prstGeom prst="roundRect">
            <a:avLst>
              <a:gd name="adj" fmla="val 47368"/>
            </a:avLst>
          </a:prstGeom>
          <a:solidFill>
            <a:srgbClr val="7C3AED">
              <a:alpha val="30000"/>
            </a:srgbClr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4114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Detection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80560" y="4114800"/>
            <a:ext cx="1828800" cy="347472"/>
          </a:xfrm>
          <a:prstGeom prst="roundRect">
            <a:avLst>
              <a:gd name="adj" fmla="val 47368"/>
            </a:avLst>
          </a:prstGeom>
          <a:solidFill>
            <a:srgbClr val="DC2626">
              <a:alpha val="30000"/>
            </a:srgbClr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4114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Alerts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Netlyzer and why we built 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Netlyzer?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Netlyzer is a CLI-based Network Protocol Analyzer built in Python. It uses Scapy for raw packet capture and dissection, providing real-time visibility into network traffic.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targets network administrators, security analysts, and OS students who need an open-source alternative to tools like Wireshark — running entirely in the terminal.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supports both live sniffing and offline PCAP analysis, making it flexible for lab and production environments.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1325880"/>
            <a:ext cx="374904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1325880"/>
            <a:ext cx="54864" cy="7498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3807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035040" y="147218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 Detected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2214173"/>
            <a:ext cx="374904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2214173"/>
            <a:ext cx="54864" cy="7498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2269037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676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035040" y="2360477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Python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3055421"/>
            <a:ext cx="374904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0" y="3055421"/>
            <a:ext cx="54864" cy="74980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3110285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035040" y="3201725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Only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components and data 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737360" cy="777240"/>
          </a:xfrm>
          <a:prstGeom prst="rect">
            <a:avLst/>
          </a:prstGeom>
          <a:solidFill>
            <a:srgbClr val="1E293B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Interface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PCAP File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03120" y="1755648"/>
            <a:ext cx="64008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16276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1371600"/>
            <a:ext cx="1737360" cy="777240"/>
          </a:xfrm>
          <a:prstGeom prst="rect">
            <a:avLst/>
          </a:prstGeom>
          <a:solidFill>
            <a:srgbClr val="1E293B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3716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Engine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0" y="1755648"/>
            <a:ext cx="64008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6276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1371600"/>
            <a:ext cx="1737360" cy="777240"/>
          </a:xfrm>
          <a:prstGeom prst="rect">
            <a:avLst/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3716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" y="2926080"/>
            <a:ext cx="1691640" cy="777240"/>
          </a:xfrm>
          <a:prstGeom prst="rect">
            <a:avLst/>
          </a:prstGeom>
          <a:solidFill>
            <a:srgbClr val="1E293B"/>
          </a:solidFill>
          <a:ln w="1524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2926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Stats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26080" y="2926080"/>
            <a:ext cx="1691640" cy="777240"/>
          </a:xfrm>
          <a:prstGeom prst="rect">
            <a:avLst/>
          </a:prstGeom>
          <a:solidFill>
            <a:srgbClr val="1E293B"/>
          </a:solidFill>
          <a:ln w="15240">
            <a:solidFill>
              <a:srgbClr val="FCD3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2926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2926080"/>
            <a:ext cx="1691640" cy="777240"/>
          </a:xfrm>
          <a:prstGeom prst="rect">
            <a:avLst/>
          </a:prstGeom>
          <a:solidFill>
            <a:srgbClr val="1E293B"/>
          </a:solidFill>
          <a:ln w="1524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926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49440" y="2926080"/>
            <a:ext cx="1691640" cy="777240"/>
          </a:xfrm>
          <a:prstGeom prst="rect">
            <a:avLst/>
          </a:prstGeom>
          <a:solidFill>
            <a:srgbClr val="1E293B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2926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/ VLAN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57800" y="2148840"/>
            <a:ext cx="0" cy="7772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697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Modules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977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3159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Single-file design — easy deployment and auditing    • Event-driven packet handling via Scapy's sniff() callback    • BPF filters passed directly to kernel for efficiency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capture, protocol analysis, and filtering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74320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25880"/>
            <a:ext cx="27432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Live Capture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80136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packets on any network interface in real-time using Scapy's sniff() with BPF kernel-level filtering.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74320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325880"/>
            <a:ext cx="27432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417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Offline PCAP Analysis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80136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and replay existing .pcap files without needing root or a live interface (cold mode).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325880"/>
            <a:ext cx="274320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325880"/>
            <a:ext cx="27432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417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Protocol Detection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80136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TCP, UDP, ICMP, DNS, HTTP, ARP, FTP, SSH/SFTP, and DHCP with per-protocol color coding.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063240"/>
            <a:ext cx="274320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063240"/>
            <a:ext cx="27432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54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HTTP Inspection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53872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HTTP method, host, path, and POST body payloads from application-layer traffic.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3063240"/>
            <a:ext cx="274320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3063240"/>
            <a:ext cx="27432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154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PCAP Export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353872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captured traffic to .pcap files in real-time using Scapy's PcapWriter for later analysis.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26480" y="3063240"/>
            <a:ext cx="274320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3063240"/>
            <a:ext cx="27432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154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Traffic Statistics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53872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protocol breakdown, top ports, packet rate (pkts/sec), and average packet size on exit.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Detection Engine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protocols, color-coded, layer-aware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7432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527048"/>
            <a:ext cx="384048" cy="384048"/>
          </a:xfrm>
          <a:prstGeom prst="ellipse">
            <a:avLst/>
          </a:prstGeom>
          <a:solidFill>
            <a:srgbClr val="00BCD4">
              <a:alpha val="8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173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1444752"/>
            <a:ext cx="384048" cy="201168"/>
          </a:xfrm>
          <a:prstGeom prst="roundRect">
            <a:avLst>
              <a:gd name="adj" fmla="val 36364"/>
            </a:avLst>
          </a:prstGeom>
          <a:solidFill>
            <a:srgbClr val="0A1628"/>
          </a:solidFill>
          <a:ln w="1016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4447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68680" y="1728216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Connection-oriented, flags decoded (SYN/ACK/FIN/RST…)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325880"/>
            <a:ext cx="27432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1527048"/>
            <a:ext cx="384048" cy="384048"/>
          </a:xfrm>
          <a:prstGeom prst="ellipse">
            <a:avLst/>
          </a:prstGeom>
          <a:solidFill>
            <a:srgbClr val="4CAF50">
              <a:alpha val="8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14173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40680" y="1444752"/>
            <a:ext cx="384048" cy="201168"/>
          </a:xfrm>
          <a:prstGeom prst="roundRect">
            <a:avLst>
              <a:gd name="adj" fmla="val 36364"/>
            </a:avLst>
          </a:prstGeom>
          <a:solidFill>
            <a:srgbClr val="0A1628"/>
          </a:solidFill>
          <a:ln w="10160">
            <a:solidFill>
              <a:srgbClr val="4CAF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0680" y="14447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794760" y="1728216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Connectionless datagrams, sport/dport displayed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1325880"/>
            <a:ext cx="27432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6208" y="1527048"/>
            <a:ext cx="384048" cy="384048"/>
          </a:xfrm>
          <a:prstGeom prst="ellipse">
            <a:avLst/>
          </a:prstGeom>
          <a:solidFill>
            <a:srgbClr val="FFC107">
              <a:alpha val="80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4173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66760" y="1444752"/>
            <a:ext cx="384048" cy="201168"/>
          </a:xfrm>
          <a:prstGeom prst="roundRect">
            <a:avLst>
              <a:gd name="adj" fmla="val 36364"/>
            </a:avLst>
          </a:prstGeom>
          <a:solidFill>
            <a:srgbClr val="0A1628"/>
          </a:solidFill>
          <a:ln w="10160">
            <a:solidFill>
              <a:srgbClr val="FFC10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14447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20840" y="1728216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Ping/echo, type and code extracted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7432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3273552"/>
            <a:ext cx="384048" cy="384048"/>
          </a:xfrm>
          <a:prstGeom prst="ellipse">
            <a:avLst/>
          </a:prstGeom>
          <a:solidFill>
            <a:srgbClr val="9C27B0">
              <a:alpha val="80000"/>
            </a:srgbClr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1638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14600" y="3191256"/>
            <a:ext cx="384048" cy="201168"/>
          </a:xfrm>
          <a:prstGeom prst="roundRect">
            <a:avLst>
              <a:gd name="adj" fmla="val 36364"/>
            </a:avLst>
          </a:prstGeom>
          <a:solidFill>
            <a:srgbClr val="0A1628"/>
          </a:solidFill>
          <a:ln w="10160">
            <a:solidFill>
              <a:srgbClr val="9C27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19125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68680" y="347472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Query/response, name resolution tracking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0" y="3072384"/>
            <a:ext cx="27432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10128" y="3273552"/>
            <a:ext cx="384048" cy="384048"/>
          </a:xfrm>
          <a:prstGeom prst="ellipse">
            <a:avLst/>
          </a:prstGeom>
          <a:solidFill>
            <a:srgbClr val="2196F3">
              <a:alpha val="8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94760" y="31638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40680" y="3191256"/>
            <a:ext cx="384048" cy="201168"/>
          </a:xfrm>
          <a:prstGeom prst="roundRect">
            <a:avLst>
              <a:gd name="adj" fmla="val 36364"/>
            </a:avLst>
          </a:prstGeom>
          <a:solidFill>
            <a:srgbClr val="0A1628"/>
          </a:solidFill>
          <a:ln w="10160">
            <a:solidFill>
              <a:srgbClr val="2196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0680" y="319125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794760" y="347472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Method, Host, path, and POST payload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26480" y="3072384"/>
            <a:ext cx="27432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36208" y="3273552"/>
            <a:ext cx="384048" cy="384048"/>
          </a:xfrm>
          <a:prstGeom prst="ellipse">
            <a:avLst/>
          </a:prstGeom>
          <a:solidFill>
            <a:srgbClr val="EEEEEE">
              <a:alpha val="80000"/>
            </a:srgbClr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0840" y="31638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366760" y="3191256"/>
            <a:ext cx="384048" cy="201168"/>
          </a:xfrm>
          <a:prstGeom prst="roundRect">
            <a:avLst>
              <a:gd name="adj" fmla="val 36364"/>
            </a:avLst>
          </a:prstGeom>
          <a:solidFill>
            <a:srgbClr val="0A1628"/>
          </a:solidFill>
          <a:ln w="10160">
            <a:solidFill>
              <a:srgbClr val="EEEE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66760" y="319125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20840" y="347472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Who-has / Is-at, IP→MAC mapping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capture control via command-line arguments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/ Option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0" y="132588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73352"/>
            <a:ext cx="841248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0078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 / --interface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0" y="170078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interface to capture on (default: any)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956816"/>
            <a:ext cx="8412480" cy="2743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842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 / --count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4720" y="198424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after N packets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841248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6771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-w / --write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74720" y="226771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captured packets to .pcap file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523744"/>
            <a:ext cx="8412480" cy="2743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5117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 / --protocol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74720" y="255117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tcp / udp / icmp / arp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807208"/>
            <a:ext cx="841248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8346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--port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74720" y="283464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destination port number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090672"/>
            <a:ext cx="8412480" cy="2743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1181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--src / --dst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74720" y="311810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source or destination IP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374136"/>
            <a:ext cx="841248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4015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--filter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74720" y="34015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BPF filter string passed to kernel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657600"/>
            <a:ext cx="8412480" cy="2743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6850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 / -vv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474720" y="368503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Verbose output / full Scapy packet dump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3941064"/>
            <a:ext cx="841248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96849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--timer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474720" y="396849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Auto-stop capture after N seconds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4224528"/>
            <a:ext cx="8412480" cy="2743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2519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--input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474720" y="425196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an existing .pcap file (cold mode)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4507992"/>
            <a:ext cx="841248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53542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--passive-arp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474720" y="453542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ARP host discovery (no traffic noise)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" y="4791456"/>
            <a:ext cx="8412480" cy="2743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8188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--search-vlan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474720" y="481888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802.1Q VLAN segment discovery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Discovery Modes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intelligence gathering without active probing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23360" cy="342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02336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ARP Discovery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netlyzer -i eth0 --passive-arp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 silently for ARP broadcast packets without sending any traffic. Builds a live IP → MAC mapping table displayed in the terminal.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 asset discovery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Rogue device detection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Subnet host enumeration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noise — completely passive.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4023360" cy="342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325880"/>
            <a:ext cx="40233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417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Segment Discovery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92024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netlyzer -i eth0 --search-vlan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802.1Q tagged Ethernet frames and builds a live table of discovered VLAN IDs and frame counts, helping map network segmentation.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VLAN topology mapping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Misconfiguration detection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VLAN hopping attack analysis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trunk ports or mirrored traffic.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Usage Examples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commands and expected output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6245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100 TCP packets on eth0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618488"/>
            <a:ext cx="8046720" cy="256032"/>
          </a:xfrm>
          <a:prstGeom prst="rect">
            <a:avLst/>
          </a:prstGeom>
          <a:solidFill>
            <a:srgbClr val="0D1117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1848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netlyzer -i eth0 -p tcp -c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841248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9397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capture, auto-stop at 60s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350008"/>
            <a:ext cx="8046720" cy="256032"/>
          </a:xfrm>
          <a:prstGeom prst="rect">
            <a:avLst/>
          </a:prstGeom>
          <a:solidFill>
            <a:srgbClr val="0D1117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5000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netlyzer -i eth0 -w capture.pcap --timer 60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841248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2549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HTTPS traffic from specific host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081528"/>
            <a:ext cx="8046720" cy="256032"/>
          </a:xfrm>
          <a:prstGeom prst="rect">
            <a:avLst/>
          </a:prstGeom>
          <a:solidFill>
            <a:srgbClr val="0D1117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815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netlyzer -i eth0 --port 443 --src 192.168.1.5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520440"/>
            <a:ext cx="841248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55701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an existing PCAP file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813048"/>
            <a:ext cx="8046720" cy="256032"/>
          </a:xfrm>
          <a:prstGeom prst="rect">
            <a:avLst/>
          </a:prstGeom>
          <a:solidFill>
            <a:srgbClr val="0D1117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130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netlyzer --input capture.pcap -vv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28853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ARP scan on WiFi interface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544568"/>
            <a:ext cx="8046720" cy="256032"/>
          </a:xfrm>
          <a:prstGeom prst="rect">
            <a:avLst/>
          </a:prstGeom>
          <a:solidFill>
            <a:srgbClr val="0D1117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5445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netlyzer -i wlan0 --passive-arp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0" y="1143000"/>
            <a:ext cx="27432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41732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Built a fully functional CLI network protocol analyzer from scratch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89280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Applied OS concepts: raw sockets, BPF, process signals, file I/O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368296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Passive security alert detection with zero network noise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843784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Modular, extensible single-file Python architecture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3319272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Tested in live and offline (PCAP) environments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github.com/junaidace/netlyzer  •  Netlyzer v1.0  •  OS Final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819</Words>
  <Application>Microsoft Office PowerPoint</Application>
  <PresentationFormat>On-screen Show (16:9)</PresentationFormat>
  <Paragraphs>161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Netlyzer — Network Protocol Analyzer</dc:title>
  <dc:subject>PptxGenJS Presentation</dc:subject>
  <dc:creator>PptxGenJS</dc:creator>
  <cp:lastModifiedBy>Dell</cp:lastModifiedBy>
  <cp:revision>2</cp:revision>
  <dcterms:created xsi:type="dcterms:W3CDTF">2026-04-28T09:51:26Z</dcterms:created>
  <dcterms:modified xsi:type="dcterms:W3CDTF">2026-04-28T10:20:36Z</dcterms:modified>
</cp:coreProperties>
</file>